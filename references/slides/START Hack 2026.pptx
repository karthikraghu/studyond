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3716000" cx="24387050"/>
  <p:notesSz cx="6858000" cy="9144000"/>
  <p:embeddedFontLst>
    <p:embeddedFont>
      <p:font typeface="Play"/>
      <p:regular r:id="rId18"/>
      <p:bold r:id="rId19"/>
    </p:embeddedFont>
    <p:embeddedFont>
      <p:font typeface="Geist SemiBold"/>
      <p:regular r:id="rId20"/>
      <p:bold r:id="rId21"/>
    </p:embeddedFont>
    <p:embeddedFont>
      <p:font typeface="Geist Medium"/>
      <p:regular r:id="rId22"/>
      <p:bold r:id="rId23"/>
    </p:embeddedFont>
    <p:embeddedFont>
      <p:font typeface="Geist Light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747775"/>
          </p15:clr>
        </p15:guide>
        <p15:guide id="2" pos="76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istSemiBold-regular.fntdata"/><Relationship Id="rId22" Type="http://schemas.openxmlformats.org/officeDocument/2006/relationships/font" Target="fonts/GeistMedium-regular.fntdata"/><Relationship Id="rId21" Type="http://schemas.openxmlformats.org/officeDocument/2006/relationships/font" Target="fonts/GeistSemiBold-bold.fntdata"/><Relationship Id="rId24" Type="http://schemas.openxmlformats.org/officeDocument/2006/relationships/font" Target="fonts/GeistLight-regular.fntdata"/><Relationship Id="rId23" Type="http://schemas.openxmlformats.org/officeDocument/2006/relationships/font" Target="fonts/Geist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eist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-bold.fntdata"/><Relationship Id="rId1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0919" y="685800"/>
            <a:ext cx="6096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5ed961c2_1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05ed961c2_1_75:notes"/>
          <p:cNvSpPr/>
          <p:nvPr>
            <p:ph idx="2" type="sldImg"/>
          </p:nvPr>
        </p:nvSpPr>
        <p:spPr>
          <a:xfrm>
            <a:off x="685457" y="1143000"/>
            <a:ext cx="5487086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05ed961c2_1_80:notes"/>
          <p:cNvSpPr/>
          <p:nvPr>
            <p:ph idx="2" type="sldImg"/>
          </p:nvPr>
        </p:nvSpPr>
        <p:spPr>
          <a:xfrm>
            <a:off x="685457" y="1143000"/>
            <a:ext cx="5487086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05ed961c2_1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05ed961c2_1_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05ed961c2_1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05ed961c2_1_85:notes"/>
          <p:cNvSpPr/>
          <p:nvPr>
            <p:ph idx="2" type="sldImg"/>
          </p:nvPr>
        </p:nvSpPr>
        <p:spPr>
          <a:xfrm>
            <a:off x="685457" y="1143000"/>
            <a:ext cx="5487086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28795e02_0_163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028795e02_0_16311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28795e02_0_163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028795e02_0_16377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28795e02_0_164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028795e02_0_16406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28795e02_0_164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028795e02_0_16422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028795e02_0_162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028795e02_0_16247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028795e02_0_164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028795e02_0_16437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028795e02_0_164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028795e02_0_16488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028795e02_0_164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028795e02_0_16455:notes"/>
          <p:cNvSpPr/>
          <p:nvPr>
            <p:ph idx="2" type="sldImg"/>
          </p:nvPr>
        </p:nvSpPr>
        <p:spPr>
          <a:xfrm>
            <a:off x="1142714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831326" y="1985533"/>
            <a:ext cx="22724400" cy="5473500"/>
          </a:xfrm>
          <a:prstGeom prst="rect">
            <a:avLst/>
          </a:prstGeom>
        </p:spPr>
        <p:txBody>
          <a:bodyPr anchorCtr="0" anchor="b" bIns="243825" lIns="243825" spcFirstLastPara="1" rIns="243825" wrap="square" tIns="243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1pPr>
            <a:lvl2pPr lvl="1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2pPr>
            <a:lvl3pPr lvl="2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3pPr>
            <a:lvl4pPr lvl="3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4pPr>
            <a:lvl5pPr lvl="4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5pPr>
            <a:lvl6pPr lvl="5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6pPr>
            <a:lvl7pPr lvl="6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7pPr>
            <a:lvl8pPr lvl="7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8pPr>
            <a:lvl9pPr lvl="8" algn="ctr">
              <a:spcBef>
                <a:spcPts val="0"/>
              </a:spcBef>
              <a:spcAft>
                <a:spcPts val="0"/>
              </a:spcAft>
              <a:buSzPts val="13868"/>
              <a:buNone/>
              <a:defRPr sz="13867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31304" y="7557667"/>
            <a:ext cx="22724400" cy="21135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1304" y="5735600"/>
            <a:ext cx="22724400" cy="22449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1"/>
              <a:buNone/>
              <a:defRPr sz="9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831304" y="1186733"/>
            <a:ext cx="22724400" cy="15273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831304" y="3073267"/>
            <a:ext cx="22724400" cy="91104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indent="-533425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86" lvl="1" marL="914400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2pPr>
            <a:lvl3pPr indent="-465686" lvl="2" marL="1371600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3pPr>
            <a:lvl4pPr indent="-465686" lvl="3" marL="1828800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4pPr>
            <a:lvl5pPr indent="-465686" lvl="4" marL="2286000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5pPr>
            <a:lvl6pPr indent="-465686" lvl="5" marL="2743200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6pPr>
            <a:lvl7pPr indent="-465686" lvl="6" marL="3200400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7pPr>
            <a:lvl8pPr indent="-465686" lvl="7" marL="3657600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8pPr>
            <a:lvl9pPr indent="-465686" lvl="8" marL="4114800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31304" y="1186733"/>
            <a:ext cx="22724400" cy="15273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831304" y="3073267"/>
            <a:ext cx="10667700" cy="91104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indent="-465686" lvl="0" marL="457200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1pPr>
            <a:lvl2pPr indent="-431817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17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17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17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17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17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17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17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2888012" y="3073267"/>
            <a:ext cx="10667700" cy="91104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indent="-465686" lvl="0" marL="457200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1pPr>
            <a:lvl2pPr indent="-431817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17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17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17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17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17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17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17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1304" y="1186733"/>
            <a:ext cx="22724400" cy="15273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1304" y="1481600"/>
            <a:ext cx="7488900" cy="2015100"/>
          </a:xfrm>
          <a:prstGeom prst="rect">
            <a:avLst/>
          </a:prstGeom>
        </p:spPr>
        <p:txBody>
          <a:bodyPr anchorCtr="0" anchor="b" bIns="243825" lIns="243825" spcFirstLastPara="1" rIns="243825" wrap="square" tIns="2438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1"/>
              <a:buNone/>
              <a:defRPr sz="6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1304" y="3705600"/>
            <a:ext cx="7488900" cy="84783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indent="-431817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17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17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17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17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17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17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17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17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307497" y="1200400"/>
            <a:ext cx="16983000" cy="109089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1pPr>
            <a:lvl2pPr lvl="1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2pPr>
            <a:lvl3pPr lvl="2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3pPr>
            <a:lvl4pPr lvl="3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4pPr>
            <a:lvl5pPr lvl="4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5pPr>
            <a:lvl6pPr lvl="5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6pPr>
            <a:lvl7pPr lvl="6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7pPr>
            <a:lvl8pPr lvl="7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8pPr>
            <a:lvl9pPr lvl="8">
              <a:spcBef>
                <a:spcPts val="0"/>
              </a:spcBef>
              <a:spcAft>
                <a:spcPts val="0"/>
              </a:spcAft>
              <a:buSzPts val="12801"/>
              <a:buNone/>
              <a:defRPr sz="12801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2193525" y="-333"/>
            <a:ext cx="12193500" cy="137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08089" y="3288467"/>
            <a:ext cx="10788600" cy="3952800"/>
          </a:xfrm>
          <a:prstGeom prst="rect">
            <a:avLst/>
          </a:prstGeom>
        </p:spPr>
        <p:txBody>
          <a:bodyPr anchorCtr="0" anchor="b" bIns="243825" lIns="243825" spcFirstLastPara="1" rIns="243825" wrap="square" tIns="243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201"/>
              <a:buNone/>
              <a:defRPr sz="11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708089" y="7474867"/>
            <a:ext cx="10788600" cy="32937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3173648" y="1930867"/>
            <a:ext cx="10233300" cy="98535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indent="-533425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86" lvl="1" marL="914400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2pPr>
            <a:lvl3pPr indent="-465686" lvl="2" marL="1371600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3pPr>
            <a:lvl4pPr indent="-465686" lvl="3" marL="1828800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4pPr>
            <a:lvl5pPr indent="-465686" lvl="4" marL="2286000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5pPr>
            <a:lvl6pPr indent="-465686" lvl="5" marL="2743200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6pPr>
            <a:lvl7pPr indent="-465686" lvl="6" marL="3200400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7pPr>
            <a:lvl8pPr indent="-465686" lvl="7" marL="3657600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8pPr>
            <a:lvl9pPr indent="-465686" lvl="8" marL="4114800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1304" y="11281533"/>
            <a:ext cx="15998700" cy="1613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831304" y="2949667"/>
            <a:ext cx="22724400" cy="5235900"/>
          </a:xfrm>
          <a:prstGeom prst="rect">
            <a:avLst/>
          </a:prstGeom>
        </p:spPr>
        <p:txBody>
          <a:bodyPr anchorCtr="0" anchor="b" bIns="243825" lIns="243825" spcFirstLastPara="1" rIns="243825" wrap="square" tIns="243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3"/>
              <a:buNone/>
              <a:defRPr sz="3200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1304" y="8405933"/>
            <a:ext cx="22724400" cy="3468900"/>
          </a:xfrm>
          <a:prstGeom prst="rect">
            <a:avLst/>
          </a:prstGeom>
        </p:spPr>
        <p:txBody>
          <a:bodyPr anchorCtr="0" anchor="t" bIns="243825" lIns="243825" spcFirstLastPara="1" rIns="243825" wrap="square" tIns="243825">
            <a:normAutofit/>
          </a:bodyPr>
          <a:lstStyle>
            <a:lvl1pPr indent="-533425" lvl="0" marL="4572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86" lvl="1" marL="914400" algn="ctr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2pPr>
            <a:lvl3pPr indent="-465686" lvl="2" marL="1371600" algn="ctr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3pPr>
            <a:lvl4pPr indent="-465686" lvl="3" marL="1828800" algn="ctr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4pPr>
            <a:lvl5pPr indent="-465686" lvl="4" marL="2286000" algn="ctr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5pPr>
            <a:lvl6pPr indent="-465686" lvl="5" marL="2743200" algn="ctr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6pPr>
            <a:lvl7pPr indent="-465686" lvl="6" marL="3200400" algn="ctr">
              <a:spcBef>
                <a:spcPts val="0"/>
              </a:spcBef>
              <a:spcAft>
                <a:spcPts val="0"/>
              </a:spcAft>
              <a:buSzPts val="3734"/>
              <a:buChar char="●"/>
              <a:defRPr sz="3733"/>
            </a:lvl7pPr>
            <a:lvl8pPr indent="-465686" lvl="7" marL="3657600" algn="ctr">
              <a:spcBef>
                <a:spcPts val="0"/>
              </a:spcBef>
              <a:spcAft>
                <a:spcPts val="0"/>
              </a:spcAft>
              <a:buSzPts val="3734"/>
              <a:buChar char="○"/>
              <a:defRPr sz="3733"/>
            </a:lvl8pPr>
            <a:lvl9pPr indent="-465686" lvl="8" marL="4114800" algn="ctr">
              <a:spcBef>
                <a:spcPts val="0"/>
              </a:spcBef>
              <a:spcAft>
                <a:spcPts val="0"/>
              </a:spcAft>
              <a:buSzPts val="3734"/>
              <a:buChar char="■"/>
              <a:defRPr sz="3733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>
              <a:buNone/>
              <a:defRPr sz="2666"/>
            </a:lvl1pPr>
            <a:lvl2pPr lvl="1">
              <a:buNone/>
              <a:defRPr sz="2666"/>
            </a:lvl2pPr>
            <a:lvl3pPr lvl="2">
              <a:buNone/>
              <a:defRPr sz="2666"/>
            </a:lvl3pPr>
            <a:lvl4pPr lvl="3">
              <a:buNone/>
              <a:defRPr sz="2666"/>
            </a:lvl4pPr>
            <a:lvl5pPr lvl="4">
              <a:buNone/>
              <a:defRPr sz="2666"/>
            </a:lvl5pPr>
            <a:lvl6pPr lvl="5">
              <a:buNone/>
              <a:defRPr sz="2666"/>
            </a:lvl6pPr>
            <a:lvl7pPr lvl="6">
              <a:buNone/>
              <a:defRPr sz="2666"/>
            </a:lvl7pPr>
            <a:lvl8pPr lvl="7">
              <a:buNone/>
              <a:defRPr sz="2666"/>
            </a:lvl8pPr>
            <a:lvl9pPr lvl="8">
              <a:buNone/>
              <a:defRPr sz="266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title">
  <p:cSld name="Intro 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37074" y="423251"/>
            <a:ext cx="15629100" cy="29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134"/>
              <a:buFont typeface="Arial"/>
              <a:buNone/>
              <a:defRPr sz="10134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7074" y="12189446"/>
            <a:ext cx="42798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34"/>
              <a:buFont typeface="Arial"/>
              <a:buNone/>
              <a:defRPr b="0" sz="2133"/>
            </a:lvl1pPr>
            <a:lvl2pPr indent="-347143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67"/>
              <a:buChar char="○"/>
              <a:defRPr sz="3733"/>
            </a:lvl2pPr>
            <a:lvl3pPr indent="-347143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67"/>
              <a:buChar char="■"/>
              <a:defRPr sz="3733"/>
            </a:lvl3pPr>
            <a:lvl4pPr indent="-347143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67"/>
              <a:buChar char="●"/>
              <a:defRPr sz="3733"/>
            </a:lvl4pPr>
            <a:lvl5pPr indent="-347143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67"/>
              <a:buChar char="○"/>
              <a:defRPr sz="3733"/>
            </a:lvl5pPr>
            <a:lvl6pPr indent="-347143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67"/>
              <a:buChar char="■"/>
              <a:defRPr sz="3733"/>
            </a:lvl6pPr>
            <a:lvl7pPr indent="-347143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67"/>
              <a:buChar char="●"/>
              <a:defRPr sz="3733"/>
            </a:lvl7pPr>
            <a:lvl8pPr indent="-347143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67"/>
              <a:buChar char="○"/>
              <a:defRPr sz="3733"/>
            </a:lvl8pPr>
            <a:lvl9pPr indent="-347143" lvl="8" marL="4114800" algn="l">
              <a:lnSpc>
                <a:spcPct val="90000"/>
              </a:lnSpc>
              <a:spcBef>
                <a:spcPts val="3200"/>
              </a:spcBef>
              <a:spcAft>
                <a:spcPts val="3200"/>
              </a:spcAft>
              <a:buClr>
                <a:schemeClr val="dk1"/>
              </a:buClr>
              <a:buSzPts val="1867"/>
              <a:buChar char="■"/>
              <a:defRPr sz="3733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22820944" y="12666269"/>
            <a:ext cx="1463400" cy="1049700"/>
          </a:xfrm>
          <a:prstGeom prst="rect">
            <a:avLst/>
          </a:prstGeom>
        </p:spPr>
        <p:txBody>
          <a:bodyPr anchorCtr="0" anchor="b" bIns="243825" lIns="243825" spcFirstLastPara="1" rIns="243825" wrap="square" tIns="243825">
            <a:normAutofit/>
          </a:bodyPr>
          <a:lstStyle>
            <a:lvl1pPr lvl="0">
              <a:buNone/>
              <a:defRPr sz="3200">
                <a:solidFill>
                  <a:schemeClr val="dk1"/>
                </a:solidFill>
              </a:defRPr>
            </a:lvl1pPr>
            <a:lvl2pPr lvl="1">
              <a:buNone/>
              <a:defRPr sz="3200">
                <a:solidFill>
                  <a:schemeClr val="dk1"/>
                </a:solidFill>
              </a:defRPr>
            </a:lvl2pPr>
            <a:lvl3pPr lvl="2">
              <a:buNone/>
              <a:defRPr sz="3200">
                <a:solidFill>
                  <a:schemeClr val="dk1"/>
                </a:solidFill>
              </a:defRPr>
            </a:lvl3pPr>
            <a:lvl4pPr lvl="3">
              <a:buNone/>
              <a:defRPr sz="3200">
                <a:solidFill>
                  <a:schemeClr val="dk1"/>
                </a:solidFill>
              </a:defRPr>
            </a:lvl4pPr>
            <a:lvl5pPr lvl="4">
              <a:buNone/>
              <a:defRPr sz="3200">
                <a:solidFill>
                  <a:schemeClr val="dk1"/>
                </a:solidFill>
              </a:defRPr>
            </a:lvl5pPr>
            <a:lvl6pPr lvl="5">
              <a:buNone/>
              <a:defRPr sz="3200">
                <a:solidFill>
                  <a:schemeClr val="dk1"/>
                </a:solidFill>
              </a:defRPr>
            </a:lvl6pPr>
            <a:lvl7pPr lvl="6">
              <a:buNone/>
              <a:defRPr sz="3200">
                <a:solidFill>
                  <a:schemeClr val="dk1"/>
                </a:solidFill>
              </a:defRPr>
            </a:lvl7pPr>
            <a:lvl8pPr lvl="7">
              <a:buNone/>
              <a:defRPr sz="3200">
                <a:solidFill>
                  <a:schemeClr val="dk1"/>
                </a:solidFill>
              </a:defRPr>
            </a:lvl8pPr>
            <a:lvl9pPr lvl="8">
              <a:buNone/>
              <a:defRPr sz="32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048381" y="2244726"/>
            <a:ext cx="18290288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75" spcFirstLastPara="1" rIns="182875" wrap="square" tIns="914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lay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048381" y="7204076"/>
            <a:ext cx="18290288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1676610" y="730250"/>
            <a:ext cx="21033831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1676610" y="3651250"/>
            <a:ext cx="21033831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-&#10;überschrift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1663908" y="3419476"/>
            <a:ext cx="21033831" cy="57054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lay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1663908" y="9178926"/>
            <a:ext cx="21033831" cy="30003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4000"/>
              <a:buNone/>
              <a:defRPr sz="4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6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676610" y="730250"/>
            <a:ext cx="21033831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1676610" y="3651250"/>
            <a:ext cx="10364496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12345944" y="3651250"/>
            <a:ext cx="10364496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leich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1679786" y="730250"/>
            <a:ext cx="21033831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1679786" y="3362326"/>
            <a:ext cx="10316864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75" spcFirstLastPara="1" rIns="182875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92" name="Google Shape;92;p20"/>
          <p:cNvSpPr txBox="1"/>
          <p:nvPr>
            <p:ph idx="2" type="body"/>
          </p:nvPr>
        </p:nvSpPr>
        <p:spPr>
          <a:xfrm>
            <a:off x="1679786" y="5010150"/>
            <a:ext cx="10316864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body"/>
          </p:nvPr>
        </p:nvSpPr>
        <p:spPr>
          <a:xfrm>
            <a:off x="12345944" y="3362326"/>
            <a:ext cx="10367673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75" spcFirstLastPara="1" rIns="182875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94" name="Google Shape;94;p20"/>
          <p:cNvSpPr txBox="1"/>
          <p:nvPr>
            <p:ph idx="4" type="body"/>
          </p:nvPr>
        </p:nvSpPr>
        <p:spPr>
          <a:xfrm>
            <a:off x="12345944" y="5010150"/>
            <a:ext cx="10367673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1676610" y="730250"/>
            <a:ext cx="21033831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Überschrift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1679786" y="914400"/>
            <a:ext cx="786545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10367673" y="1974850"/>
            <a:ext cx="12345944" cy="9747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6350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indent="-533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482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106" name="Google Shape;106;p22"/>
          <p:cNvSpPr txBox="1"/>
          <p:nvPr>
            <p:ph idx="2" type="body"/>
          </p:nvPr>
        </p:nvSpPr>
        <p:spPr>
          <a:xfrm>
            <a:off x="1679786" y="4114800"/>
            <a:ext cx="7865458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Überschrift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1679786" y="914400"/>
            <a:ext cx="786545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3"/>
          <p:cNvSpPr/>
          <p:nvPr>
            <p:ph idx="2" type="pic"/>
          </p:nvPr>
        </p:nvSpPr>
        <p:spPr>
          <a:xfrm>
            <a:off x="10367673" y="1974850"/>
            <a:ext cx="12345944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1679786" y="4114800"/>
            <a:ext cx="7865458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vertikaler Text" type="vertTx">
  <p:cSld name="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1676610" y="730250"/>
            <a:ext cx="21033831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 rot="5400000">
            <a:off x="7842187" y="-2514327"/>
            <a:ext cx="8702676" cy="210338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kaler Titel und Text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 rot="5400000">
            <a:off x="14269373" y="3912859"/>
            <a:ext cx="11623676" cy="5258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 rot="5400000">
            <a:off x="3600039" y="-1193179"/>
            <a:ext cx="11623676" cy="154705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304" y="1186733"/>
            <a:ext cx="227244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25" lIns="243825" spcFirstLastPara="1" rIns="243825" wrap="square" tIns="2438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304" y="3073267"/>
            <a:ext cx="22724400" cy="9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25" lIns="243825" spcFirstLastPara="1" rIns="243825" wrap="square" tIns="243825">
            <a:normAutofit/>
          </a:bodyPr>
          <a:lstStyle>
            <a:lvl1pPr indent="-5334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1pPr>
            <a:lvl2pPr indent="-465686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○"/>
              <a:defRPr sz="3733">
                <a:solidFill>
                  <a:schemeClr val="dk2"/>
                </a:solidFill>
              </a:defRPr>
            </a:lvl2pPr>
            <a:lvl3pPr indent="-465686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■"/>
              <a:defRPr sz="3733">
                <a:solidFill>
                  <a:schemeClr val="dk2"/>
                </a:solidFill>
              </a:defRPr>
            </a:lvl3pPr>
            <a:lvl4pPr indent="-465686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●"/>
              <a:defRPr sz="3733">
                <a:solidFill>
                  <a:schemeClr val="dk2"/>
                </a:solidFill>
              </a:defRPr>
            </a:lvl4pPr>
            <a:lvl5pPr indent="-46568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○"/>
              <a:defRPr sz="3733">
                <a:solidFill>
                  <a:schemeClr val="dk2"/>
                </a:solidFill>
              </a:defRPr>
            </a:lvl5pPr>
            <a:lvl6pPr indent="-46568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■"/>
              <a:defRPr sz="3733">
                <a:solidFill>
                  <a:schemeClr val="dk2"/>
                </a:solidFill>
              </a:defRPr>
            </a:lvl6pPr>
            <a:lvl7pPr indent="-46568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●"/>
              <a:defRPr sz="3733">
                <a:solidFill>
                  <a:schemeClr val="dk2"/>
                </a:solidFill>
              </a:defRPr>
            </a:lvl7pPr>
            <a:lvl8pPr indent="-46568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○"/>
              <a:defRPr sz="3733">
                <a:solidFill>
                  <a:schemeClr val="dk2"/>
                </a:solidFill>
              </a:defRPr>
            </a:lvl8pPr>
            <a:lvl9pPr indent="-46568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4"/>
              <a:buChar char="■"/>
              <a:defRPr sz="3733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2596047" y="12435245"/>
            <a:ext cx="14634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25" lIns="243825" spcFirstLastPara="1" rIns="243825" wrap="square" tIns="243825">
            <a:normAutofit/>
          </a:bodyPr>
          <a:lstStyle>
            <a:lvl1pPr lvl="0" algn="r">
              <a:buNone/>
              <a:defRPr sz="2666">
                <a:solidFill>
                  <a:schemeClr val="dk2"/>
                </a:solidFill>
              </a:defRPr>
            </a:lvl1pPr>
            <a:lvl2pPr lvl="1" algn="r">
              <a:buNone/>
              <a:defRPr sz="2666">
                <a:solidFill>
                  <a:schemeClr val="dk2"/>
                </a:solidFill>
              </a:defRPr>
            </a:lvl2pPr>
            <a:lvl3pPr lvl="2" algn="r">
              <a:buNone/>
              <a:defRPr sz="2666">
                <a:solidFill>
                  <a:schemeClr val="dk2"/>
                </a:solidFill>
              </a:defRPr>
            </a:lvl3pPr>
            <a:lvl4pPr lvl="3" algn="r">
              <a:buNone/>
              <a:defRPr sz="2666">
                <a:solidFill>
                  <a:schemeClr val="dk2"/>
                </a:solidFill>
              </a:defRPr>
            </a:lvl4pPr>
            <a:lvl5pPr lvl="4" algn="r">
              <a:buNone/>
              <a:defRPr sz="2666">
                <a:solidFill>
                  <a:schemeClr val="dk2"/>
                </a:solidFill>
              </a:defRPr>
            </a:lvl5pPr>
            <a:lvl6pPr lvl="5" algn="r">
              <a:buNone/>
              <a:defRPr sz="2666">
                <a:solidFill>
                  <a:schemeClr val="dk2"/>
                </a:solidFill>
              </a:defRPr>
            </a:lvl6pPr>
            <a:lvl7pPr lvl="6" algn="r">
              <a:buNone/>
              <a:defRPr sz="2666">
                <a:solidFill>
                  <a:schemeClr val="dk2"/>
                </a:solidFill>
              </a:defRPr>
            </a:lvl7pPr>
            <a:lvl8pPr lvl="7" algn="r">
              <a:buNone/>
              <a:defRPr sz="2666">
                <a:solidFill>
                  <a:schemeClr val="dk2"/>
                </a:solidFill>
              </a:defRPr>
            </a:lvl8pPr>
            <a:lvl9pPr lvl="8" algn="r">
              <a:buNone/>
              <a:defRPr sz="2666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676610" y="730250"/>
            <a:ext cx="21033831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lay"/>
              <a:buNone/>
              <a:defRPr b="0" i="0" sz="8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676610" y="3651250"/>
            <a:ext cx="21033831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1676610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8078210" y="12712700"/>
            <a:ext cx="823062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17223354" y="12712700"/>
            <a:ext cx="548708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jpg"/><Relationship Id="rId4" Type="http://schemas.openxmlformats.org/officeDocument/2006/relationships/image" Target="../media/image9.jpg"/><Relationship Id="rId5" Type="http://schemas.openxmlformats.org/officeDocument/2006/relationships/image" Target="../media/image24.jp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mpus Buchs der OST – Ostschweizer Fachhochschule vor alpiner Kulisse im St. Galler Rheintal." id="144" name="Google Shape;144;p28"/>
          <p:cNvPicPr preferRelativeResize="0"/>
          <p:nvPr/>
        </p:nvPicPr>
        <p:blipFill rotWithShape="1">
          <a:blip r:embed="rId3">
            <a:alphaModFix/>
          </a:blip>
          <a:srcRect b="0" l="38429" r="19560" t="0"/>
          <a:stretch/>
        </p:blipFill>
        <p:spPr>
          <a:xfrm>
            <a:off x="16703755" y="0"/>
            <a:ext cx="7695997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8"/>
          <p:cNvPicPr preferRelativeResize="0"/>
          <p:nvPr/>
        </p:nvPicPr>
        <p:blipFill rotWithShape="1">
          <a:blip r:embed="rId4">
            <a:alphaModFix/>
          </a:blip>
          <a:srcRect b="0" l="30458" r="28074" t="0"/>
          <a:stretch/>
        </p:blipFill>
        <p:spPr>
          <a:xfrm>
            <a:off x="0" y="0"/>
            <a:ext cx="853278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pus St.Gallen mit dem markanten Fachhochschulturm der OST – Ostschweizer Fachhochschule " id="146" name="Google Shape;146;p28"/>
          <p:cNvPicPr preferRelativeResize="0"/>
          <p:nvPr/>
        </p:nvPicPr>
        <p:blipFill rotWithShape="1">
          <a:blip r:embed="rId5">
            <a:alphaModFix/>
          </a:blip>
          <a:srcRect b="0" l="27916" r="27615" t="0"/>
          <a:stretch/>
        </p:blipFill>
        <p:spPr>
          <a:xfrm>
            <a:off x="8532781" y="0"/>
            <a:ext cx="8146313" cy="13716000"/>
          </a:xfrm>
          <a:prstGeom prst="rect">
            <a:avLst/>
          </a:prstGeom>
          <a:noFill/>
          <a:ln cap="flat" cmpd="sng" w="57150">
            <a:solidFill>
              <a:srgbClr val="8C195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28"/>
          <p:cNvSpPr/>
          <p:nvPr/>
        </p:nvSpPr>
        <p:spPr>
          <a:xfrm>
            <a:off x="7951803" y="1359862"/>
            <a:ext cx="16447951" cy="12374654"/>
          </a:xfrm>
          <a:custGeom>
            <a:rect b="b" l="l" r="r" t="t"/>
            <a:pathLst>
              <a:path extrusionOk="0" h="6187327" w="822294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58766" y="2752726"/>
            <a:ext cx="7535714" cy="318007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/>
        </p:nvSpPr>
        <p:spPr>
          <a:xfrm>
            <a:off x="9678610" y="6478914"/>
            <a:ext cx="13583587" cy="56368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875" wrap="square" tIns="0">
            <a:normAutofit fontScale="700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0" i="0" lang="en" sz="5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are a dynamic, innovative university that strengthens the Eastern Switzerland region with forward-looking initiatives and makes a significant contribution to its economic and social development.</a:t>
            </a:r>
            <a:endParaRPr sz="2800"/>
          </a:p>
          <a:p>
            <a:pPr indent="-909320" lvl="0" marL="9144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" sz="5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 Schools</a:t>
            </a:r>
            <a:endParaRPr sz="2800"/>
          </a:p>
          <a:p>
            <a:pPr indent="-909320" lvl="0" marL="9144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" sz="5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18 Bachelor &amp; 17 Master Programs </a:t>
            </a:r>
            <a:endParaRPr sz="2800"/>
          </a:p>
          <a:p>
            <a:pPr indent="-909320" lvl="0" marL="9144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" sz="5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3’800 Students</a:t>
            </a:r>
            <a:endParaRPr sz="2800"/>
          </a:p>
          <a:p>
            <a:pPr indent="-909320" lvl="0" marL="9144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" sz="5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1’000 Research Projects</a:t>
            </a:r>
            <a:endParaRPr sz="2800"/>
          </a:p>
        </p:txBody>
      </p:sp>
      <p:pic>
        <p:nvPicPr>
          <p:cNvPr id="150" name="Google Shape;15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218" y="12906818"/>
            <a:ext cx="4027618" cy="2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/>
          <p:nvPr/>
        </p:nvSpPr>
        <p:spPr>
          <a:xfrm>
            <a:off x="0" y="13446516"/>
            <a:ext cx="24399752" cy="288000"/>
          </a:xfrm>
          <a:prstGeom prst="rect">
            <a:avLst/>
          </a:prstGeom>
          <a:solidFill>
            <a:srgbClr val="8C195F"/>
          </a:solidFill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8351879" y="436532"/>
            <a:ext cx="850811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St.Gallen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16273033" y="436532"/>
            <a:ext cx="850811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Buchs</a:t>
            </a:r>
            <a:endParaRPr sz="2800"/>
          </a:p>
        </p:txBody>
      </p:sp>
      <p:sp>
        <p:nvSpPr>
          <p:cNvPr id="154" name="Google Shape;154;p28"/>
          <p:cNvSpPr txBox="1"/>
          <p:nvPr/>
        </p:nvSpPr>
        <p:spPr>
          <a:xfrm>
            <a:off x="2" y="11450902"/>
            <a:ext cx="850811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Rapperswil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7705" y="10276212"/>
            <a:ext cx="4358499" cy="7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74028">
            <a:off x="20047370" y="10866360"/>
            <a:ext cx="1370736" cy="15203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/>
          <p:nvPr/>
        </p:nvSpPr>
        <p:spPr>
          <a:xfrm>
            <a:off x="25" y="4613189"/>
            <a:ext cx="243870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0">
                <a:latin typeface="Geist SemiBold"/>
                <a:ea typeface="Geist SemiBold"/>
                <a:cs typeface="Geist SemiBold"/>
                <a:sym typeface="Geist SemiBold"/>
              </a:rPr>
              <a:t>100’000</a:t>
            </a:r>
            <a:endParaRPr sz="4800"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0" y="3716561"/>
            <a:ext cx="24384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7F7F7F"/>
                </a:solidFill>
                <a:latin typeface="Geist Light"/>
                <a:ea typeface="Geist Light"/>
                <a:cs typeface="Geist Light"/>
                <a:sym typeface="Geist Light"/>
              </a:rPr>
              <a:t>I</a:t>
            </a:r>
            <a:r>
              <a:rPr lang="en" sz="3200">
                <a:solidFill>
                  <a:srgbClr val="7F7F7F"/>
                </a:solidFill>
                <a:latin typeface="Geist Light"/>
                <a:ea typeface="Geist Light"/>
                <a:cs typeface="Geist Light"/>
                <a:sym typeface="Geist Light"/>
              </a:rPr>
              <a:t>n Switzerland alone</a:t>
            </a:r>
            <a:endParaRPr sz="3200">
              <a:solidFill>
                <a:srgbClr val="7F7F7F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1929110">
            <a:off x="15972447" y="9762197"/>
            <a:ext cx="2147981" cy="541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3275" y="5177350"/>
            <a:ext cx="8448577" cy="17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0"/>
          <p:cNvSpPr txBox="1"/>
          <p:nvPr/>
        </p:nvSpPr>
        <p:spPr>
          <a:xfrm>
            <a:off x="-25" y="4977975"/>
            <a:ext cx="24387000" cy="3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1">
                <a:latin typeface="Geist Light"/>
                <a:ea typeface="Geist Light"/>
                <a:cs typeface="Geist Light"/>
                <a:sym typeface="Geist Light"/>
              </a:rPr>
              <a:t>We connect </a:t>
            </a:r>
            <a:r>
              <a:rPr lang="en" sz="12801">
                <a:latin typeface="Geist Medium"/>
                <a:ea typeface="Geist Medium"/>
                <a:cs typeface="Geist Medium"/>
                <a:sym typeface="Geist Medium"/>
              </a:rPr>
              <a:t>companies</a:t>
            </a:r>
            <a:r>
              <a:rPr i="1" lang="en" sz="12801">
                <a:latin typeface="Geist Light"/>
                <a:ea typeface="Geist Light"/>
                <a:cs typeface="Geist Light"/>
                <a:sym typeface="Geist Light"/>
              </a:rPr>
              <a:t> </a:t>
            </a:r>
            <a:r>
              <a:rPr lang="en" sz="12801">
                <a:latin typeface="Geist Light"/>
                <a:ea typeface="Geist Light"/>
                <a:cs typeface="Geist Light"/>
                <a:sym typeface="Geist Light"/>
              </a:rPr>
              <a:t>with</a:t>
            </a:r>
            <a:r>
              <a:rPr i="1" lang="en" sz="12801">
                <a:latin typeface="Geist Light"/>
                <a:ea typeface="Geist Light"/>
                <a:cs typeface="Geist Light"/>
                <a:sym typeface="Geist Light"/>
              </a:rPr>
              <a:t> </a:t>
            </a:r>
            <a:r>
              <a:rPr lang="en" sz="12801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rPr>
              <a:t>students</a:t>
            </a:r>
            <a:r>
              <a:rPr lang="en" sz="12801">
                <a:solidFill>
                  <a:schemeClr val="dk1"/>
                </a:solidFill>
                <a:latin typeface="Geist Light"/>
                <a:ea typeface="Geist Light"/>
                <a:cs typeface="Geist Light"/>
                <a:sym typeface="Geist Light"/>
              </a:rPr>
              <a:t> and </a:t>
            </a:r>
            <a:r>
              <a:rPr lang="en" sz="12801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rPr>
              <a:t>researchers</a:t>
            </a:r>
            <a:endParaRPr sz="12801">
              <a:latin typeface="Geist Medium"/>
              <a:ea typeface="Geist Medium"/>
              <a:cs typeface="Geist Medium"/>
              <a:sym typeface="Geist Medium"/>
            </a:endParaRPr>
          </a:p>
        </p:txBody>
      </p:sp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94502" y="3171103"/>
            <a:ext cx="2598036" cy="7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148809">
            <a:off x="2520878" y="8711542"/>
            <a:ext cx="772144" cy="127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643886">
            <a:off x="16685370" y="3779479"/>
            <a:ext cx="1719596" cy="58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3789" y="9457114"/>
            <a:ext cx="1403350" cy="85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266436">
            <a:off x="18551518" y="2661339"/>
            <a:ext cx="2004099" cy="1327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475" y="3019625"/>
            <a:ext cx="14636114" cy="95620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1"/>
          <p:cNvSpPr txBox="1"/>
          <p:nvPr/>
        </p:nvSpPr>
        <p:spPr>
          <a:xfrm>
            <a:off x="-25" y="1388475"/>
            <a:ext cx="243870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Nearly 10’000 </a:t>
            </a:r>
            <a:r>
              <a:rPr lang="en" sz="6400">
                <a:latin typeface="Geist Medium"/>
                <a:ea typeface="Geist Medium"/>
                <a:cs typeface="Geist Medium"/>
                <a:sym typeface="Geist Medium"/>
              </a:rPr>
              <a:t>live topics</a:t>
            </a: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 …</a:t>
            </a:r>
            <a:endParaRPr sz="6400"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9903659">
            <a:off x="4688368" y="6048905"/>
            <a:ext cx="1490741" cy="508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6869" y="6187563"/>
            <a:ext cx="2101650" cy="134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-25" y="1388475"/>
            <a:ext cx="243870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… </a:t>
            </a: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from hundreds of </a:t>
            </a:r>
            <a:r>
              <a:rPr lang="en" sz="6400">
                <a:latin typeface="Geist Medium"/>
                <a:ea typeface="Geist Medium"/>
                <a:cs typeface="Geist Medium"/>
                <a:sym typeface="Geist Medium"/>
              </a:rPr>
              <a:t>organizations</a:t>
            </a: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, …</a:t>
            </a:r>
            <a:endParaRPr sz="6400"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425" y="3019635"/>
            <a:ext cx="14636104" cy="956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903659">
            <a:off x="18489468" y="5846230"/>
            <a:ext cx="1490741" cy="508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65274" y="6538525"/>
            <a:ext cx="3137501" cy="15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/>
        </p:nvSpPr>
        <p:spPr>
          <a:xfrm>
            <a:off x="-25" y="1388475"/>
            <a:ext cx="243870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… </a:t>
            </a:r>
            <a:r>
              <a:rPr lang="en" sz="6400">
                <a:latin typeface="Geist Medium"/>
                <a:ea typeface="Geist Medium"/>
                <a:cs typeface="Geist Medium"/>
                <a:sym typeface="Geist Medium"/>
              </a:rPr>
              <a:t>supervisors</a:t>
            </a: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, and </a:t>
            </a:r>
            <a:r>
              <a:rPr lang="en" sz="6400">
                <a:latin typeface="Geist Medium"/>
                <a:ea typeface="Geist Medium"/>
                <a:cs typeface="Geist Medium"/>
                <a:sym typeface="Geist Medium"/>
              </a:rPr>
              <a:t>company </a:t>
            </a:r>
            <a:r>
              <a:rPr lang="en" sz="6400">
                <a:latin typeface="Geist Medium"/>
                <a:ea typeface="Geist Medium"/>
                <a:cs typeface="Geist Medium"/>
                <a:sym typeface="Geist Medium"/>
              </a:rPr>
              <a:t>experts</a:t>
            </a:r>
            <a:r>
              <a:rPr lang="en" sz="6400">
                <a:latin typeface="Geist Light"/>
                <a:ea typeface="Geist Light"/>
                <a:cs typeface="Geist Light"/>
                <a:sym typeface="Geist Light"/>
              </a:rPr>
              <a:t>.</a:t>
            </a:r>
            <a:endParaRPr sz="6400"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413" y="3019625"/>
            <a:ext cx="14636124" cy="956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96341">
            <a:off x="4546493" y="8338955"/>
            <a:ext cx="1490741" cy="508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3101" y="7498094"/>
            <a:ext cx="2319375" cy="1208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/>
        </p:nvSpPr>
        <p:spPr>
          <a:xfrm>
            <a:off x="25" y="5140104"/>
            <a:ext cx="24387000" cy="3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1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Rethink </a:t>
            </a:r>
            <a:r>
              <a:rPr lang="en" sz="12801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thesis projects</a:t>
            </a:r>
            <a:endParaRPr sz="12801">
              <a:solidFill>
                <a:schemeClr val="lt1"/>
              </a:solidFill>
              <a:latin typeface="Geist Medium"/>
              <a:ea typeface="Geist Medium"/>
              <a:cs typeface="Geist Medium"/>
              <a:sym typeface="Geist Medium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1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in the Age of AI.</a:t>
            </a:r>
            <a:endParaRPr sz="12801">
              <a:solidFill>
                <a:schemeClr val="lt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4243476"/>
            <a:ext cx="24384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7F7F7F"/>
                </a:solidFill>
                <a:latin typeface="Geist Light"/>
                <a:ea typeface="Geist Light"/>
                <a:cs typeface="Geist Light"/>
                <a:sym typeface="Geist Light"/>
              </a:rPr>
              <a:t>Our challenge for you</a:t>
            </a:r>
            <a:endParaRPr sz="3200">
              <a:solidFill>
                <a:srgbClr val="7F7F7F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5"/>
          <p:cNvPicPr preferRelativeResize="0"/>
          <p:nvPr/>
        </p:nvPicPr>
        <p:blipFill rotWithShape="1">
          <a:blip r:embed="rId3">
            <a:alphaModFix amt="75000"/>
          </a:blip>
          <a:srcRect b="0" l="8004" r="0" t="0"/>
          <a:stretch/>
        </p:blipFill>
        <p:spPr>
          <a:xfrm>
            <a:off x="9402575" y="3619630"/>
            <a:ext cx="5541202" cy="571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9362" y="5997358"/>
            <a:ext cx="1328225" cy="132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5"/>
          <p:cNvSpPr txBox="1"/>
          <p:nvPr/>
        </p:nvSpPr>
        <p:spPr>
          <a:xfrm>
            <a:off x="8903075" y="10719959"/>
            <a:ext cx="65808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For context: </a:t>
            </a: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Connect</a:t>
            </a: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 your LLM directly to our “</a:t>
            </a:r>
            <a:r>
              <a:rPr lang="en" sz="2800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Studyond Brain”</a:t>
            </a: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 </a:t>
            </a: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(MCP) </a:t>
            </a:r>
            <a:endParaRPr sz="2800">
              <a:solidFill>
                <a:schemeClr val="lt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212" name="Google Shape;212;p35"/>
          <p:cNvSpPr txBox="1"/>
          <p:nvPr/>
        </p:nvSpPr>
        <p:spPr>
          <a:xfrm>
            <a:off x="1382669" y="10719959"/>
            <a:ext cx="65808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Don’t waste time creating</a:t>
            </a:r>
            <a:b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</a:br>
            <a:r>
              <a:rPr lang="en" sz="2800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mock data</a:t>
            </a: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 - we’ve prepared it</a:t>
            </a:r>
            <a:endParaRPr sz="2800">
              <a:solidFill>
                <a:schemeClr val="lt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16423463" y="10719959"/>
            <a:ext cx="65808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For the backend </a:t>
            </a: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guys</a:t>
            </a: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 among you: </a:t>
            </a:r>
            <a:b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</a:br>
            <a:r>
              <a:rPr lang="en" sz="28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Use our</a:t>
            </a:r>
            <a:r>
              <a:rPr lang="en" sz="2800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 AI-friendly design guidelines</a:t>
            </a:r>
            <a:endParaRPr sz="2800">
              <a:solidFill>
                <a:schemeClr val="lt1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214" name="Google Shape;214;p35"/>
          <p:cNvSpPr txBox="1"/>
          <p:nvPr/>
        </p:nvSpPr>
        <p:spPr>
          <a:xfrm>
            <a:off x="-25" y="1388475"/>
            <a:ext cx="243870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What </a:t>
            </a:r>
            <a:r>
              <a:rPr lang="en" sz="6400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we provide</a:t>
            </a:r>
            <a:r>
              <a:rPr lang="en" sz="6400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 you with</a:t>
            </a:r>
            <a:endParaRPr sz="6400">
              <a:solidFill>
                <a:schemeClr val="lt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9260" y="5364515"/>
            <a:ext cx="2227625" cy="222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96614" y="4832988"/>
            <a:ext cx="2759121" cy="275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507675" y="5376047"/>
            <a:ext cx="2412401" cy="241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/>
        </p:nvSpPr>
        <p:spPr>
          <a:xfrm>
            <a:off x="25" y="5140104"/>
            <a:ext cx="24387000" cy="3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1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Build the thesis journey</a:t>
            </a:r>
            <a:endParaRPr sz="12801">
              <a:solidFill>
                <a:schemeClr val="lt1"/>
              </a:solidFill>
              <a:latin typeface="Geist Light"/>
              <a:ea typeface="Geist Light"/>
              <a:cs typeface="Geist Light"/>
              <a:sym typeface="Geist Light"/>
            </a:endParaRPr>
          </a:p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1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you wish</a:t>
            </a:r>
            <a:r>
              <a:rPr lang="en" sz="12801">
                <a:solidFill>
                  <a:schemeClr val="lt1"/>
                </a:solidFill>
                <a:latin typeface="Geist Light"/>
                <a:ea typeface="Geist Light"/>
                <a:cs typeface="Geist Light"/>
                <a:sym typeface="Geist Light"/>
              </a:rPr>
              <a:t> existed.</a:t>
            </a:r>
            <a:endParaRPr sz="12801">
              <a:solidFill>
                <a:schemeClr val="lt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223" name="Google Shape;223;p36"/>
          <p:cNvSpPr txBox="1"/>
          <p:nvPr/>
        </p:nvSpPr>
        <p:spPr>
          <a:xfrm>
            <a:off x="0" y="4243476"/>
            <a:ext cx="24384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7F7F7F"/>
                </a:solidFill>
                <a:latin typeface="Geist Light"/>
                <a:ea typeface="Geist Light"/>
                <a:cs typeface="Geist Light"/>
                <a:sym typeface="Geist Light"/>
              </a:rPr>
              <a:t>Together we can shape the future for thousands of students</a:t>
            </a:r>
            <a:endParaRPr sz="3200">
              <a:solidFill>
                <a:srgbClr val="7F7F7F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